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6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김영한의 자바 입문 — 코드로 시작하는 자바 첫걸음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148840" y="15910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스코프, 형변환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148840" y="20299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변수는 어디까지 살고, 타입은 어떻게 변하는가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148840" y="27797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48840" y="3218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타입의 변수를 하나로 묶는다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148840" y="39684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메서드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48840" y="440740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자바의 대원칙 — 값을 복사해서 대입한다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53949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 5문제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스코프, 형변환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결과를 내는 두 코드,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하나는 나쁘다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 를 밖에 선언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75104"/>
            <a:ext cx="486460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여기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 &gt;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m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(temp);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 를 안에 선언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10512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1975104"/>
            <a:ext cx="463600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 &gt;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m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여기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(temp);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비효율적인 메모리 사용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 는 if 안에서만 필요한데 main() 이 끝날 때까지 남는다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114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복잡성 증가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44348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가 끝나도 어디서나 temp 에 접근할 수 있어, 유지보수할 때 계속 신경써야 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16636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16636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“좋은 프로그램은 무한한 자유가 있는 프로그램이 아니라, 적절한 제약이 있는 프로그램이다.”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스코프, 형변환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double 에 담았는데 왜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</a:t>
            </a: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40080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96188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div1 =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1.0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div3 =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1.5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div4 = (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3822192"/>
            <a:ext cx="59618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/ int 는 int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 로 자동 형변환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타입끼리의 계산은 같은 타입의 결과를 낸다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타입의 계산은 큰 범위로 자동 형변환이 일어난다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담는 변수의 타입이 아니라
</a:t>
            </a:r>
            <a:r>
              <a:rPr lang="en-US" sz="15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피연산자의 타입</a:t>
            </a: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계산 결과를 결정한다.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4617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소수까지 구하고 싶다면 (double) 3 / 2 처럼 피연산자 쪽을 명시적으로 형변환한다.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스코프, 형변환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최고값보다 1 큰 수를 담으면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400800" cy="1920240"/>
          </a:xfrm>
          <a:prstGeom prst="roundRect">
            <a:avLst>
              <a:gd name="adj" fmla="val 381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9618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maxIntValue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2147483647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최고값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maxIntOver 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2147483648L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최고값 + 1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intValue = 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maxIntValue;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intValue = 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maxIntOver;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3959352"/>
            <a:ext cx="59618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maxIntValue casting=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2147483647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maxIntOver  casting=-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범위를 초과하면 전혀 다른 숫자가 되는데, 이것을 오버플로우라 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시계가 한바퀴 돈 것처럼 다시 처음부터 시작한다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예외도, 컴파일 오류도 발생하지 않는다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39776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“오버플로우가 발생하는 것 자체가 문제다.</a:t>
            </a:r>
            <a:endParaRPr lang="en-US" sz="14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오버플로우 자체가 발생하지 않도록 막아야 한다.”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3492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해결은 단순하다 — 대입하는 변수의 타입을 int 에서 long 으로 늘린다.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실무에서는 숫자를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“막는다”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제가 유지보수하는 웹 시스템에는 모든 요청 파라미터의 숫자 크기를 검사하는 인터셉터가 있다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상한을 넘는 숫자가 들어오면 요청 자체를 차단한다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Injection 검사와 같은 자리에서, 같은 등급으로 처리된다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전화번호처럼 숫자로 이루어졌지만 크기에 의미가 없는 값은 검사에서 제외한다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9164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11696" y="1856232"/>
            <a:ext cx="454456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값이 순수 숫자라면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(value.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"^[0-9]+$"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자릿수를 먼저 비교한다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(value.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&gt; MAX.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차단;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그 다음에야 숫자로 바꾼다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(Integer.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&gt; Integer.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(MAX))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차단;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5120640"/>
            <a:ext cx="10820095" cy="1143000"/>
          </a:xfrm>
          <a:prstGeom prst="roundRect">
            <a:avLst>
              <a:gd name="adj" fmla="val 64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230368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자릿수를 먼저 볼까?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5559552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변환하면 Integer.parseInt("9999999999") 가 int 범위를 넘어 예외가 난다.   </a:t>
            </a: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오버플로우를 막는 코드가, 오버플로우 때문에 죽는다.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배열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100명이면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변수도 100개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— 이름이 달라 반복문도 못 쓴다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75104"/>
            <a:ext cx="486460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student1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student2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student3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student4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student5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— 같은 타입을 하나로 묶는다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10512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1975104"/>
            <a:ext cx="463600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students;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students[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students[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6908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생성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407408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int[5] 로 int 변수 5개가 만들어진다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3938" y="388620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8258" y="406908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초기화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58258" y="4407408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0, boolean false, String null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2077" y="388620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6397" y="406908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인덱스는 0부터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6397" y="4407408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범위는 0 ~ (n-1). 넘으면 ArrayIndexOutOfBoundsException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배열을 생성하면 자바는 그 배열에 접근할 수 있는 참조값(주소)을 반환하고, 배열 변수는 그 참조값을 보관한다.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배열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담느냐,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주소를 담느냐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 Primitive Type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long    double    boolean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변수에 사용할 값을 직접 넣는다.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선언과 동시에 크기가 정해진다.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빠르고 메모리를 효율적으로 처리한다.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참조형  Reference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students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 접근하기 위한 참조(주소)를 저장한다.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동적으로 할당할 수 있다.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뒤에서 배우는 객체와 클래스도 모두 참조형이다.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84632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5010912"/>
            <a:ext cx="1038118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size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사용자가 입력한 값이라고 가정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[size];     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 코드가 실행되는 시점에 크기가 정해진다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2개로 상품을 관리하면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309360" cy="2651760"/>
          </a:xfrm>
          <a:prstGeom prst="roundRect">
            <a:avLst>
              <a:gd name="adj" fmla="val 27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870448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productNames =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String[maxProducts];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  productPrices =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[maxProducts];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productCount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productCount; i++)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(productNames[i]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+ productPrices[i]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"원"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1783080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+ 반복문 + 조건문 + Scanner 가 모두 들어간 입문편의 최종 결과물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“JAVA” 와 10000 을 묶어주는 것은 인덱스 [i] 하나뿐이다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가격순으로 정렬하면 이름은 그대로 남아 짝이 전부 깨진다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70916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709160"/>
            <a:ext cx="9997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가격을 하나로 묶을 수 있다면?  —  그래서 다음이 클래스다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메서드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코드를 두 번 쓰고 있다면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5303520" cy="2697480"/>
          </a:xfrm>
          <a:prstGeom prst="roundRect">
            <a:avLst>
              <a:gd name="adj" fmla="val 271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75104"/>
            <a:ext cx="486460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연산 수행"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sum1 = a + b;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y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연산 수행"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sum2 = x + y;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10512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1975104"/>
            <a:ext cx="463600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sum1 = 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sum2 = 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연산 수행"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a + b;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한번 정의해두면 계속 재사용할 수 있고, </a:t>
            </a:r>
            <a:r>
              <a:rPr lang="en-US" sz="16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바꿀 일이 생겨도 한 곳만 고치면 된다.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53035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메서드는 크게 메서드 선언과 메서드 본문으로 나뉜다. 호출하는 곳은 선언은 알지만 본문은 모른다 — 본문은 블랙박스다.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메서드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자바는 항상 변수의 값을</a:t>
            </a:r>
            <a:endParaRPr lang="en-US" sz="3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복사해서 대입한다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“밑줄 100번 긋자”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0515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0256" y="1216152"/>
            <a:ext cx="463600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num1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(num1);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num2)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num2 = num2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32004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0256" y="3364992"/>
            <a:ext cx="463600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호출 전,   num1: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변경 전,   num2: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변경 후,   num2: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호출 후,   num1: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num1 의 값 5를 읽고 </a:t>
            </a:r>
            <a:r>
              <a:rPr lang="en-US" sz="16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복사해서</a:t>
            </a: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num2 에 전달한다. num2 의 변경은 num1 에 아무 영향을 주지 않는다.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메서드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그러면 어떻게 값을 바꾸는가 —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반환값을 받는다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309360" cy="2377440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8704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num1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(num1);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반환값을 다시 대입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num2)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num2 = num2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num2;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251960"/>
            <a:ext cx="6309360" cy="868680"/>
          </a:xfrm>
          <a:prstGeom prst="roundRect">
            <a:avLst>
              <a:gd name="adj" fmla="val 842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519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 전, num1: 5        호출 후, num1: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— 메서드 추출 (Extract Method)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1810512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4656" y="1975104"/>
            <a:ext cx="37216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 = </a:t>
            </a:r>
            <a:r>
              <a:rPr lang="en-US" sz="11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</a:t>
            </a:r>
            <a:r>
              <a:rPr lang="en-US" sz="11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(balance, </a:t>
            </a:r>
            <a:r>
              <a:rPr lang="en-US" sz="11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</a:t>
            </a:r>
            <a:r>
              <a:rPr lang="en-US" sz="11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(balance, </a:t>
            </a:r>
            <a:r>
              <a:rPr lang="en-US" sz="11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338328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main() 이 세세한 코드가 아니라 전체 구조를 한눈에 보여준다. 책의 목차를 보는 것과 같다.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재사용이 목적이 아니어도 괜찮다. 변경이 생기면 해당 메서드만 고치면 되므로 수정 범위가 한정된다.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349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main() 도 사실은 메서드다. 각 메서드 안의 변수는 이름이 같아도 서로 완전히 분리된 다른 변수다.   </a:t>
            </a:r>
            <a:r>
              <a:rPr lang="en-US" sz="1300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참조형을 넘길 때도 원칙은 같다 — 참조값을 복사해서 전달한다.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148840" y="17007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오버플로우는 예외도 컴파일 오류도 내지 않는다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48840" y="21579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발생하지 않도록 막는 것이 유일한 해법이다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148840" y="29352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변수는 값이 아니라 참조값을 가진다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339242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2개를 인덱스로 묶는 순간 한계가 시작된다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148840" y="41696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자바는 항상 변수의 값을 복사해서 대입한다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46268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바꾸고 싶다면 반환값을 받아야 한다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57784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코딩의 80%는 변수, 연산자, 조건문, 반복문, 배열, 메서드를 사용하는 것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/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60020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변수는 선언된 코드 블록을 벗어나도 접근할 수 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496312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963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49631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496312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double div = 3 / 2;   →   div 의 값은?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392424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9242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39242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/ 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392424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최고값에 1을 더하면 오버플로우가 발생해 컴파일 오류가 난다.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288536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885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28853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4288536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int[] arr = new int[3];   선언 직후 arr[0] 의 값은?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184648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846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18464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/ 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5184648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메서드 안에서 매개변수의 값을 바꾸면 호출한 쪽 변수도 바뀐다.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17320" y="1463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0" y="1463040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블록을 벗어나면 제거된다. 접근하면 cannot find symbol 컴파일 오류.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3591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2359152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/ int 는 int 인 1. 그 1이 double 로 자동 형변환되어 1.0 이 된다.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55264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255264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3255264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나지 않는다. 조용히 -2147483648 이 된다. 그래서 더 위험하다.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151376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15137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4151376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배열은 생성 시 자동 초기화된다. 숫자 0, boolean false, String null.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047488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504748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5047488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복사해서 대입하므로 바뀌지 않는다. 반환값을 받아야 한다.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1711</Words>
  <Application>Microsoft Office PowerPoint</Application>
  <PresentationFormat>와이드스크린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김영한의 자바 입문</dc:title>
  <dc:subject>PptxGenJS Presentation</dc:subject>
  <dc:creator>PptxGenJS</dc:creator>
  <cp:lastModifiedBy>bada Lee</cp:lastModifiedBy>
  <cp:revision>2</cp:revision>
  <dcterms:created xsi:type="dcterms:W3CDTF">2026-08-09T14:08:37Z</dcterms:created>
  <dcterms:modified xsi:type="dcterms:W3CDTF">2026-08-10T11:34:45Z</dcterms:modified>
</cp:coreProperties>
</file>