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737360"/>
            <a:ext cx="10820095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QUIZ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PRINCIP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97280"/>
            <a:ext cx="53949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김영한의 스프링 핵심 원리 - 기본편 · 섹션 7 컴포넌트 스캔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스프링 핵심 원리 기본편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5146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01</a:t>
            </a:r>
            <a:endParaRPr lang="ko-KR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9184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스캔해서 등록</a:t>
            </a:r>
            <a:endParaRPr lang="ko-KR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4904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@ComponentScan · @Component</a:t>
            </a:r>
            <a:endParaRPr lang="ko-KR" sz="1400" dirty="0"/>
          </a:p>
        </p:txBody>
      </p:sp>
      <p:sp>
        <p:nvSpPr>
          <p:cNvPr id="8" name="Shape 6"/>
          <p:cNvSpPr/>
          <p:nvPr/>
        </p:nvSpPr>
        <p:spPr>
          <a:xfrm>
            <a:off x="4383938" y="224028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3978" y="25146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02</a:t>
            </a:r>
            <a:endParaRPr lang="ko-KR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329184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자동 주입</a:t>
            </a:r>
            <a:endParaRPr lang="ko-KR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3978" y="374904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@Autowired 는 타입으로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8082077" y="224028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25146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03</a:t>
            </a:r>
            <a:endParaRPr lang="ko-KR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29184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빈 이름 충돌</a:t>
            </a:r>
            <a:endParaRPr lang="ko-KR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374904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수동과 자동이 겹치면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126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이바다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07  컴포넌트 스캔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수동 등록과 컴포넌트 스캔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AppConfig — 등록과 연결을 한 파일에 직접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5227168" cy="2854960"/>
          </a:xfrm>
          <a:prstGeom prst="roundRect">
            <a:avLst>
              <a:gd name="adj" fmla="val 3843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4861408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@Configuration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AppConfig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@Bean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OrderService </a:t>
            </a:r>
            <a:r>
              <a:rPr lang="en-US" sz="14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orderService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return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OrderServiceImpl(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        </a:t>
            </a:r>
            <a:r>
              <a:rPr lang="en-US" sz="14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memberRepository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        </a:t>
            </a:r>
            <a:r>
              <a:rPr lang="en-US" sz="14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discountPolicy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빈마다 등록 + 연결을 계속 적는다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AutoAppConfig — 클래스에 표시만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2093976"/>
            <a:ext cx="5227168" cy="2606040"/>
          </a:xfrm>
          <a:prstGeom prst="roundRect">
            <a:avLst>
              <a:gd name="adj" fmla="val 4211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608" y="2276856"/>
            <a:ext cx="48614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@Configuration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@ComponentScan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AutoAppConfig {}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@Component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OrderServiceImpl ...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@Autowired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4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OrderServiceImpl</a:t>
            </a: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(...) {...}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22325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수동</a:t>
            </a:r>
            <a:endParaRPr lang="ko-KR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589016"/>
            <a:ext cx="52271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생성과 </a:t>
            </a: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연결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까지 설정 파일 </a:t>
            </a: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한 곳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에 — 커지고, 빠뜨리기 쉽다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522325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자동</a:t>
            </a:r>
            <a:endParaRPr lang="ko-KR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5589016"/>
            <a:ext cx="52271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클래스에 </a:t>
            </a: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표시만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, 연결은 </a:t>
            </a:r>
            <a:r>
              <a:rPr lang="ko-KR" altLang="en-US" sz="1400" dirty="0">
                <a:solidFill>
                  <a:srgbClr val="6B7280"/>
                </a:solidFill>
                <a:latin typeface="Consolas"/>
                <a:ea typeface="Pretendard"/>
                <a:cs typeface="Consolas"/>
              </a:rPr>
              <a:t>@Autowired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로 스프링이 — 대신 전체 구성이 </a:t>
            </a:r>
            <a:r>
              <a:rPr lang="ko-KR" altLang="en-US" sz="14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한눈에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안 보인다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07  컴포넌트 스캔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① 스캔해서 등록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766560" cy="4023360"/>
          </a:xfrm>
          <a:prstGeom prst="roundRect">
            <a:avLst>
              <a:gd name="adj" fmla="val 272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pic>
        <p:nvPicPr>
          <p:cNvPr id="5" name="Image 0" descr="@Component 클래스 네 개가 스프링 빈 저장소에 클래스명 첫 글자 소문자 이름으로 등록되는 그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52170"/>
            <a:ext cx="6400800" cy="288518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8795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강의자료 6장 — @ComponentScan</a:t>
            </a:r>
            <a:endParaRPr lang="ko-KR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828800"/>
            <a:ext cx="36420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@Component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붙은 클래스를 찾아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스프링 빈으로 등록</a:t>
            </a:r>
            <a:endParaRPr lang="ko-KR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701290"/>
            <a:ext cx="36420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빈 이름 = 클래스명,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첫 글자만 소문자</a:t>
            </a:r>
            <a:endParaRPr lang="ko-K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573780"/>
            <a:ext cx="3642055" cy="102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직접 지정: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@Component("memberService2")</a:t>
            </a:r>
            <a:endParaRPr lang="ko-KR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937760"/>
            <a:ext cx="3642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@Bean</a:t>
            </a: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은 메서드 이름, 스캔은 </a:t>
            </a:r>
            <a:r>
              <a:rPr lang="ko-KR" altLang="en-US" sz="2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클래스 이름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07  컴포넌트 스캔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② @Autowired 로 자동 주입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766560" cy="4023360"/>
          </a:xfrm>
          <a:prstGeom prst="roundRect">
            <a:avLst>
              <a:gd name="adj" fmla="val 272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pic>
        <p:nvPicPr>
          <p:cNvPr id="5" name="Image 0" descr="OrderServiceImpl 생성자의 @Autowired 로 빈 저장소의 memoryMemberRepository 와 rateDiscountPolicy 가 주입되는 그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91202"/>
            <a:ext cx="6400800" cy="28071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8795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강의자료 6장 — @Autowired 의존관계 자동 주입</a:t>
            </a:r>
            <a:endParaRPr lang="ko-KR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145030"/>
            <a:ext cx="364205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생성자에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@Autowired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→ 스프링이 빈을 찾아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주입</a:t>
            </a:r>
            <a:endParaRPr lang="ko-KR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486150"/>
            <a:ext cx="364205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기본 조회 전략은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타입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lang="ko-KR" altLang="en-US" sz="1800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getBean(타입)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과 같다</a:t>
            </a:r>
            <a:endParaRPr lang="ko-K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4827270"/>
            <a:ext cx="364205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파라미터가 여러 개여도 모두 찾아 넣는다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07  컴포넌트 스캔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빈 이름 충돌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수동 빈과 자동 빈이 같은 이름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6309360" cy="3210560"/>
          </a:xfrm>
          <a:prstGeom prst="roundRect">
            <a:avLst>
              <a:gd name="adj" fmla="val 3418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594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자동 등록 — 빈 이름 memoryMemberRepository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@Component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class</a:t>
            </a: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MemoryMemberRepository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    </a:t>
            </a:r>
            <a:r>
              <a:rPr lang="en-US" sz="16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implements</a:t>
            </a: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MemberRepository {}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Consolas"/>
                <a:ea typeface="Pretendard"/>
                <a:cs typeface="Consolas"/>
              </a:rPr>
              <a:t>// 수동 등록 — 같은 이름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BB529"/>
                </a:solidFill>
                <a:latin typeface="Consolas"/>
                <a:ea typeface="Pretendard"/>
                <a:cs typeface="Consolas"/>
              </a:rPr>
              <a:t>@Bean</a:t>
            </a: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(name = </a:t>
            </a:r>
            <a:r>
              <a:rPr lang="en-US" sz="1600" dirty="0">
                <a:solidFill>
                  <a:srgbClr val="6A8759"/>
                </a:solidFill>
                <a:latin typeface="Consolas"/>
                <a:ea typeface="Pretendard"/>
                <a:cs typeface="Consolas"/>
              </a:rPr>
              <a:t>"memoryMemberRepository"</a:t>
            </a: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public</a:t>
            </a: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MemberRepository </a:t>
            </a:r>
            <a:r>
              <a:rPr lang="en-US" sz="1600" dirty="0">
                <a:solidFill>
                  <a:srgbClr val="FFC66D"/>
                </a:solidFill>
                <a:latin typeface="Consolas"/>
                <a:ea typeface="Pretendard"/>
                <a:cs typeface="Consolas"/>
              </a:rPr>
              <a:t>memberRepository</a:t>
            </a: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() {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   </a:t>
            </a:r>
            <a:r>
              <a:rPr lang="en-US" sz="16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return</a:t>
            </a: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Consolas"/>
                <a:ea typeface="Pretendard"/>
                <a:cs typeface="Consolas"/>
              </a:rPr>
              <a:t>new</a:t>
            </a: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 MemoryMemberRepository();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/>
                <a:ea typeface="Pretendard"/>
                <a:cs typeface="Consolas"/>
              </a:rPr>
              <a:t>}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828800"/>
            <a:ext cx="4099255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자동 vs 자동 →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예외 발생</a:t>
            </a:r>
            <a:endParaRPr lang="ko-KR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648289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수동 vs 자동 →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수동이 덮어씀</a:t>
            </a: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(로그만 남음)</a:t>
            </a:r>
            <a:endParaRPr lang="ko-KR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3776387"/>
            <a:ext cx="4099255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최근 스프링 부트 → 기본값이 </a:t>
            </a:r>
            <a:r>
              <a:rPr lang="ko-KR" altLang="en-US" sz="18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오류</a:t>
            </a:r>
            <a:endParaRPr lang="ko-KR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4778756"/>
            <a:ext cx="40992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잡기 어려운 버그는 </a:t>
            </a:r>
            <a:r>
              <a:rPr lang="ko-KR" altLang="en-US" sz="2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애매한 버그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10820095" cy="1325880"/>
          </a:xfrm>
          <a:prstGeom prst="roundRect">
            <a:avLst>
              <a:gd name="adj" fmla="val 8276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7830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01</a:t>
            </a:r>
            <a:endParaRPr lang="ko-KR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98424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@ComponentScan</a:t>
            </a:r>
            <a:r>
              <a:rPr lang="ko-KR" altLang="en-US" sz="2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이 </a:t>
            </a:r>
            <a:r>
              <a:rPr lang="ko-KR" altLang="en-US" sz="2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@Component</a:t>
            </a:r>
            <a:r>
              <a:rPr lang="ko-KR" altLang="en-US" sz="2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클래스를 찾아 등록</a:t>
            </a:r>
            <a:endParaRPr lang="ko-KR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53288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빈 이름 = 클래스명(첫 글자 소문자) · 직접 지정 가능</a:t>
            </a:r>
            <a:endParaRPr lang="ko-KR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291840"/>
            <a:ext cx="10820095" cy="1325880"/>
          </a:xfrm>
          <a:prstGeom prst="roundRect">
            <a:avLst>
              <a:gd name="adj" fmla="val 8276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29184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02</a:t>
            </a:r>
            <a:endParaRPr lang="ko-KR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49300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rgbClr val="23262F"/>
                </a:solidFill>
                <a:latin typeface="Consolas"/>
                <a:ea typeface="Pretendard"/>
                <a:cs typeface="Consolas"/>
              </a:rPr>
              <a:t>@Autowired</a:t>
            </a:r>
            <a:r>
              <a:rPr lang="ko-KR" altLang="en-US" sz="2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 가 타입으로 빈을 찾아 주입</a:t>
            </a:r>
            <a:endParaRPr lang="ko-KR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404164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getBean(타입) 과 같음 · 파라미터가 여러 개여도 모두</a:t>
            </a:r>
            <a:endParaRPr lang="ko-KR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800600"/>
            <a:ext cx="10820095" cy="1325880"/>
          </a:xfrm>
          <a:prstGeom prst="roundRect">
            <a:avLst>
              <a:gd name="adj" fmla="val 8276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80060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/>
                <a:ea typeface="Pretendard"/>
                <a:cs typeface="Pretendard"/>
              </a:rPr>
              <a:t>03</a:t>
            </a:r>
            <a:endParaRPr lang="ko-KR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500176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rgbClr val="23262F"/>
                </a:solidFill>
                <a:latin typeface="Pretendard"/>
                <a:ea typeface="Pretendard"/>
                <a:cs typeface="Pretendard"/>
              </a:rPr>
              <a:t>수동·자동 빈 이름이 겹치면 부트는 오류</a:t>
            </a:r>
            <a:endParaRPr lang="ko-KR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555040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자동끼리는 예외 · 순수 스프링은 수동이 덮어씀</a:t>
            </a:r>
            <a:endParaRPr lang="ko-K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김영한의 스프링 핵심 원리 - 기본편 (섹션 7 컴포넌트 스캔)</dc:title>
  <dc:subject>김영한의 스프링 핵심 원리 - 기본편</dc:subject>
  <dc:creator>이바다</dc:creator>
  <cp:lastModifiedBy>이바다</cp:lastModifiedBy>
  <cp:revision>1</cp:revision>
  <dcterms:created xsi:type="dcterms:W3CDTF">2026-10-20T11:54:29Z</dcterms:created>
  <dcterms:modified xsi:type="dcterms:W3CDTF">2026-10-20T11:54:29Z</dcterms:modified>
</cp:coreProperties>
</file>